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58" r:id="rId4"/>
    <p:sldId id="259" r:id="rId5"/>
    <p:sldId id="260" r:id="rId6"/>
    <p:sldId id="262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6" r:id="rId16"/>
    <p:sldId id="273" r:id="rId17"/>
    <p:sldId id="274" r:id="rId18"/>
    <p:sldId id="275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3/14/2026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1ACBE-EC5E-9B57-39A2-5E508A8C72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Ingeniería de </a:t>
            </a:r>
            <a:r>
              <a:rPr lang="es-MX" dirty="0" err="1"/>
              <a:t>Promts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591371-D5C8-3518-5A90-8EC6A3D5F5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83330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DAEA4B-57A6-6306-3FBB-76CD804C9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Pregunta 1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26ADEB-601D-2B9F-AB3D-BC74984A3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Eres un abogado y define que es el KYC a un ingeniero en sistemas, con dos ejemplos fácil de comprender </a:t>
            </a:r>
          </a:p>
          <a:p>
            <a:pPr algn="l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14135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537BA6D-2E69-E5DB-9A68-0AE8716EB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54" y="266426"/>
            <a:ext cx="11911092" cy="63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57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ABA58C-8024-BE46-E636-3E90EDE93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64" y="144495"/>
            <a:ext cx="11903472" cy="656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548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F1FB324-05F0-C704-44D5-C29BE7FB6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57" y="133064"/>
            <a:ext cx="11834886" cy="659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35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B8F35-53FE-53AA-E4FD-E82DAB79E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Pregunt</a:t>
            </a:r>
            <a:r>
              <a:rPr lang="es-MX" dirty="0"/>
              <a:t> 2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193548-3B79-647B-697E-442E8174A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MX" dirty="0"/>
              <a:t>Eres un abogado encargado de </a:t>
            </a:r>
            <a:r>
              <a:rPr lang="es-MX" dirty="0" err="1"/>
              <a:t>prevencion</a:t>
            </a:r>
            <a:r>
              <a:rPr lang="es-MX" dirty="0"/>
              <a:t> de lavado de dinero y tienes que definir que es el KYC a un ingeniero en sistemas, y explicarle las implicaciones de no hacer debidamente la toma de información para el KYC y explicándole las mejores practicas con dos ejemplos fácil de comprender. </a:t>
            </a:r>
          </a:p>
        </p:txBody>
      </p:sp>
    </p:spTree>
    <p:extLst>
      <p:ext uri="{BB962C8B-B14F-4D97-AF65-F5344CB8AC3E}">
        <p14:creationId xmlns:p14="http://schemas.microsoft.com/office/powerpoint/2010/main" val="3758998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95FFE12-7F78-6F58-E351-6C9AD894B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78" y="125443"/>
            <a:ext cx="11819644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47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F95B59D-6392-8834-32FB-BCDF4DE34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12" y="72099"/>
            <a:ext cx="11941575" cy="67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939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2FA781A-F5BC-77BC-8C40-08C4997F6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148305"/>
            <a:ext cx="11857748" cy="656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203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84FAF46-CC56-E946-C397-F161B64D4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05" y="152116"/>
            <a:ext cx="11872989" cy="6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657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1527C2-5106-4F23-86C0-BF7A4DBDC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74" y="125443"/>
            <a:ext cx="11895851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249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3ADBF94-8F01-6149-EBC2-8B7A3C18D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5" y="144495"/>
            <a:ext cx="11888230" cy="656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73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8304DFB-0843-E390-1B38-5A33619DD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1" y="133064"/>
            <a:ext cx="11979678" cy="659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378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A6DB79E-17F3-D465-8B7C-A2E56BB1C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8" y="129254"/>
            <a:ext cx="11812024" cy="65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006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0BED4-E96B-8688-F3ED-22A0BAB27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Pregunta 3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BC02A5-3467-EE9A-CC70-B681713C5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s-MX" dirty="0"/>
              <a:t>Eres un abogado encargado de </a:t>
            </a:r>
            <a:r>
              <a:rPr lang="es-MX" dirty="0" err="1"/>
              <a:t>prevencion</a:t>
            </a:r>
            <a:r>
              <a:rPr lang="es-MX" dirty="0"/>
              <a:t> de lavado de dinero y tienes que definir que es el KYC a un ingeniero en sistemas, y explicarle las implicaciones de no hacer debidamente la toma de </a:t>
            </a:r>
            <a:r>
              <a:rPr lang="es-MX" dirty="0" err="1"/>
              <a:t>informacion</a:t>
            </a:r>
            <a:r>
              <a:rPr lang="es-MX" dirty="0"/>
              <a:t> para el KYC, como llevar una </a:t>
            </a:r>
            <a:r>
              <a:rPr lang="es-MX" dirty="0" err="1"/>
              <a:t>corrcta</a:t>
            </a:r>
            <a:r>
              <a:rPr lang="es-MX" dirty="0"/>
              <a:t> auditoria y las mejores practicas para no caer en sanciones administrativas. y 2 </a:t>
            </a:r>
            <a:r>
              <a:rPr lang="es-MX" dirty="0" err="1"/>
              <a:t>ejmplos</a:t>
            </a:r>
            <a:r>
              <a:rPr lang="es-MX" dirty="0"/>
              <a:t> concretos y simples de entender.</a:t>
            </a:r>
          </a:p>
        </p:txBody>
      </p:sp>
    </p:spTree>
    <p:extLst>
      <p:ext uri="{BB962C8B-B14F-4D97-AF65-F5344CB8AC3E}">
        <p14:creationId xmlns:p14="http://schemas.microsoft.com/office/powerpoint/2010/main" val="3454054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B52CD18-51F3-772F-8803-612177D2A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64" y="129254"/>
            <a:ext cx="11903472" cy="65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566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8B24AD5-EF9F-5835-8D90-0868B250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1" y="140685"/>
            <a:ext cx="11972057" cy="65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446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324423F-6E26-3284-154B-2354C493D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12" y="125443"/>
            <a:ext cx="11941575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48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46D9D2F-4F83-48A3-8458-8132616ED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7" y="152116"/>
            <a:ext cx="11827265" cy="6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588346"/>
      </p:ext>
    </p:extLst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{DE48F072-B704-4EC5-B8AA-7C72F2CB217A}TF6e1c0bd6-43b7-4cba-aa12-42a644606054ed6888a1-f34a1dfa61b5</Template>
  <TotalTime>44</TotalTime>
  <Words>146</Words>
  <Application>Microsoft Office PowerPoint</Application>
  <PresentationFormat>Panorámica</PresentationFormat>
  <Paragraphs>7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Trebuchet MS</vt:lpstr>
      <vt:lpstr>Berlín</vt:lpstr>
      <vt:lpstr>Ingeniería de Promts</vt:lpstr>
      <vt:lpstr>Pregunta 1</vt:lpstr>
      <vt:lpstr>Presentación de PowerPoint</vt:lpstr>
      <vt:lpstr>Presentación de PowerPoint</vt:lpstr>
      <vt:lpstr>Presentación de PowerPoint</vt:lpstr>
      <vt:lpstr>Pregunt 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Pregunta 3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Cisneros</dc:creator>
  <cp:lastModifiedBy>Fernando Cisneros</cp:lastModifiedBy>
  <cp:revision>1</cp:revision>
  <dcterms:created xsi:type="dcterms:W3CDTF">2026-03-14T19:39:12Z</dcterms:created>
  <dcterms:modified xsi:type="dcterms:W3CDTF">2026-03-14T20:23:23Z</dcterms:modified>
</cp:coreProperties>
</file>